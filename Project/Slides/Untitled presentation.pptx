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Alfa Slab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e9826af8e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e9826af8e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9826af8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e9826af8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9826af8e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9826af8e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9826af8e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9826af8e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9826af8e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9826af8e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9826af8e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e9826af8e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826af8e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826af8e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9826af8e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9826af8e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Describe choice of Cloud service, Benefit of Cloud over MQTT dashboard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9826af8e3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9826af8e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 Monitoring System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Draft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7908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Nodes Description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99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75" y="1152475"/>
            <a:ext cx="3793725" cy="326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0" l="0" r="-5174" t="5731"/>
          <a:stretch/>
        </p:blipFill>
        <p:spPr>
          <a:xfrm>
            <a:off x="4445500" y="998675"/>
            <a:ext cx="4386800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4982700" y="4415075"/>
            <a:ext cx="3849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DFRobot Analog PH Sensor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Mode: Analog to digital (A1 Pin)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Voltage: 3.3v-5.5v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Operation: Voltage variation at various concentration</a:t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58738" y="4415075"/>
            <a:ext cx="379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Humidity/Moisture Sensor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Mode: Analog to digital(A0 Pin)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Operation: Resistive variation of probes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Servo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336526" cy="346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MQTT Broker 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443451" cy="34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6257750" y="2185725"/>
            <a:ext cx="2906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Raspberry Pi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MQTT Enablers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Publish and Subscribe Topic (PHTopic and MoistureTopic)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IP Address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Wifi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Dashboard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42125"/>
            <a:ext cx="4630776" cy="39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and Control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Services(Blynk)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6400"/>
            <a:ext cx="635239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2354150" y="2380525"/>
            <a:ext cx="348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Conclusion</a:t>
            </a:r>
            <a:endParaRPr sz="3600"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